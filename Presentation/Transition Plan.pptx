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AE21DB-CA2E-468A-A26B-062AC5C6885D}" v="16" dt="2026-05-08T17:45:59.8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asekarDurvas Jayaraman" userId="dec69a9c-1923-4032-83ec-8757405c18aa" providerId="ADAL" clId="{7ADC62E8-6187-4025-8A4D-3ED53A392072}"/>
    <pc:docChg chg="undo custSel addSld delSld modSld sldOrd">
      <pc:chgData name="RajasekarDurvas Jayaraman" userId="dec69a9c-1923-4032-83ec-8757405c18aa" providerId="ADAL" clId="{7ADC62E8-6187-4025-8A4D-3ED53A392072}" dt="2026-05-08T18:12:05.557" v="269" actId="13926"/>
      <pc:docMkLst>
        <pc:docMk/>
      </pc:docMkLst>
      <pc:sldChg chg="new del">
        <pc:chgData name="RajasekarDurvas Jayaraman" userId="dec69a9c-1923-4032-83ec-8757405c18aa" providerId="ADAL" clId="{7ADC62E8-6187-4025-8A4D-3ED53A392072}" dt="2026-05-08T17:31:40.114" v="9" actId="2696"/>
        <pc:sldMkLst>
          <pc:docMk/>
          <pc:sldMk cId="2502590565" sldId="256"/>
        </pc:sldMkLst>
      </pc:sldChg>
      <pc:sldChg chg="addSp delSp modSp new mod setBg">
        <pc:chgData name="RajasekarDurvas Jayaraman" userId="dec69a9c-1923-4032-83ec-8757405c18aa" providerId="ADAL" clId="{7ADC62E8-6187-4025-8A4D-3ED53A392072}" dt="2026-05-08T18:12:05.557" v="269" actId="13926"/>
        <pc:sldMkLst>
          <pc:docMk/>
          <pc:sldMk cId="713371610" sldId="257"/>
        </pc:sldMkLst>
        <pc:spChg chg="mod">
          <ac:chgData name="RajasekarDurvas Jayaraman" userId="dec69a9c-1923-4032-83ec-8757405c18aa" providerId="ADAL" clId="{7ADC62E8-6187-4025-8A4D-3ED53A392072}" dt="2026-05-08T17:31:35.983" v="8" actId="26606"/>
          <ac:spMkLst>
            <pc:docMk/>
            <pc:sldMk cId="713371610" sldId="257"/>
            <ac:spMk id="2" creationId="{0C1769CF-F153-575A-2C38-129F065A6833}"/>
          </ac:spMkLst>
        </pc:spChg>
        <pc:spChg chg="mod">
          <ac:chgData name="RajasekarDurvas Jayaraman" userId="dec69a9c-1923-4032-83ec-8757405c18aa" providerId="ADAL" clId="{7ADC62E8-6187-4025-8A4D-3ED53A392072}" dt="2026-05-08T18:12:05.557" v="269" actId="13926"/>
          <ac:spMkLst>
            <pc:docMk/>
            <pc:sldMk cId="713371610" sldId="257"/>
            <ac:spMk id="3" creationId="{C662C1D9-705F-7F60-817B-50E4E7326E7D}"/>
          </ac:spMkLst>
        </pc:spChg>
        <pc:spChg chg="add del">
          <ac:chgData name="RajasekarDurvas Jayaraman" userId="dec69a9c-1923-4032-83ec-8757405c18aa" providerId="ADAL" clId="{7ADC62E8-6187-4025-8A4D-3ED53A392072}" dt="2026-05-08T17:31:35.972" v="7" actId="26606"/>
          <ac:spMkLst>
            <pc:docMk/>
            <pc:sldMk cId="713371610" sldId="257"/>
            <ac:spMk id="8" creationId="{DEE2AD96-B495-4E06-9291-B71706F728CB}"/>
          </ac:spMkLst>
        </pc:spChg>
        <pc:spChg chg="add del">
          <ac:chgData name="RajasekarDurvas Jayaraman" userId="dec69a9c-1923-4032-83ec-8757405c18aa" providerId="ADAL" clId="{7ADC62E8-6187-4025-8A4D-3ED53A392072}" dt="2026-05-08T17:31:35.972" v="7" actId="26606"/>
          <ac:spMkLst>
            <pc:docMk/>
            <pc:sldMk cId="713371610" sldId="257"/>
            <ac:spMk id="10" creationId="{53CF6D67-C5A8-4ADD-9E8E-1E38CA1D3166}"/>
          </ac:spMkLst>
        </pc:spChg>
        <pc:spChg chg="add del">
          <ac:chgData name="RajasekarDurvas Jayaraman" userId="dec69a9c-1923-4032-83ec-8757405c18aa" providerId="ADAL" clId="{7ADC62E8-6187-4025-8A4D-3ED53A392072}" dt="2026-05-08T17:31:35.972" v="7" actId="26606"/>
          <ac:spMkLst>
            <pc:docMk/>
            <pc:sldMk cId="713371610" sldId="257"/>
            <ac:spMk id="12" creationId="{86909FA0-B515-4681-B7A8-FA281D133B94}"/>
          </ac:spMkLst>
        </pc:spChg>
        <pc:spChg chg="add del">
          <ac:chgData name="RajasekarDurvas Jayaraman" userId="dec69a9c-1923-4032-83ec-8757405c18aa" providerId="ADAL" clId="{7ADC62E8-6187-4025-8A4D-3ED53A392072}" dt="2026-05-08T17:31:35.972" v="7" actId="26606"/>
          <ac:spMkLst>
            <pc:docMk/>
            <pc:sldMk cId="713371610" sldId="257"/>
            <ac:spMk id="14" creationId="{21C9FE86-FCC3-4A31-AA1C-C882262B7FE7}"/>
          </ac:spMkLst>
        </pc:spChg>
        <pc:spChg chg="add del">
          <ac:chgData name="RajasekarDurvas Jayaraman" userId="dec69a9c-1923-4032-83ec-8757405c18aa" providerId="ADAL" clId="{7ADC62E8-6187-4025-8A4D-3ED53A392072}" dt="2026-05-08T17:31:35.972" v="7" actId="26606"/>
          <ac:spMkLst>
            <pc:docMk/>
            <pc:sldMk cId="713371610" sldId="257"/>
            <ac:spMk id="16" creationId="{7D96243B-ECED-4B71-8E06-AE9A285EAD20}"/>
          </ac:spMkLst>
        </pc:spChg>
        <pc:spChg chg="add del">
          <ac:chgData name="RajasekarDurvas Jayaraman" userId="dec69a9c-1923-4032-83ec-8757405c18aa" providerId="ADAL" clId="{7ADC62E8-6187-4025-8A4D-3ED53A392072}" dt="2026-05-08T17:31:35.972" v="7" actId="26606"/>
          <ac:spMkLst>
            <pc:docMk/>
            <pc:sldMk cId="713371610" sldId="257"/>
            <ac:spMk id="18" creationId="{A09989E4-EFDC-4A90-A633-E0525FB4139E}"/>
          </ac:spMkLst>
        </pc:spChg>
        <pc:spChg chg="add">
          <ac:chgData name="RajasekarDurvas Jayaraman" userId="dec69a9c-1923-4032-83ec-8757405c18aa" providerId="ADAL" clId="{7ADC62E8-6187-4025-8A4D-3ED53A392072}" dt="2026-05-08T17:31:35.983" v="8" actId="26606"/>
          <ac:spMkLst>
            <pc:docMk/>
            <pc:sldMk cId="713371610" sldId="257"/>
            <ac:spMk id="20" creationId="{907EF6B7-1338-4443-8C46-6A318D952DFD}"/>
          </ac:spMkLst>
        </pc:spChg>
        <pc:spChg chg="add">
          <ac:chgData name="RajasekarDurvas Jayaraman" userId="dec69a9c-1923-4032-83ec-8757405c18aa" providerId="ADAL" clId="{7ADC62E8-6187-4025-8A4D-3ED53A392072}" dt="2026-05-08T17:31:35.983" v="8" actId="26606"/>
          <ac:spMkLst>
            <pc:docMk/>
            <pc:sldMk cId="713371610" sldId="257"/>
            <ac:spMk id="21" creationId="{DAAE4CDD-124C-4DCF-9584-B6033B545DD5}"/>
          </ac:spMkLst>
        </pc:spChg>
        <pc:spChg chg="add">
          <ac:chgData name="RajasekarDurvas Jayaraman" userId="dec69a9c-1923-4032-83ec-8757405c18aa" providerId="ADAL" clId="{7ADC62E8-6187-4025-8A4D-3ED53A392072}" dt="2026-05-08T17:31:35.983" v="8" actId="26606"/>
          <ac:spMkLst>
            <pc:docMk/>
            <pc:sldMk cId="713371610" sldId="257"/>
            <ac:spMk id="22" creationId="{081E4A58-353D-44AE-B2FC-2A74E2E400F7}"/>
          </ac:spMkLst>
        </pc:spChg>
      </pc:sldChg>
      <pc:sldChg chg="modSp new del mod ord">
        <pc:chgData name="RajasekarDurvas Jayaraman" userId="dec69a9c-1923-4032-83ec-8757405c18aa" providerId="ADAL" clId="{7ADC62E8-6187-4025-8A4D-3ED53A392072}" dt="2026-05-08T17:40:27.443" v="35" actId="47"/>
        <pc:sldMkLst>
          <pc:docMk/>
          <pc:sldMk cId="648414103" sldId="258"/>
        </pc:sldMkLst>
        <pc:spChg chg="mod">
          <ac:chgData name="RajasekarDurvas Jayaraman" userId="dec69a9c-1923-4032-83ec-8757405c18aa" providerId="ADAL" clId="{7ADC62E8-6187-4025-8A4D-3ED53A392072}" dt="2026-05-08T17:32:19.557" v="29" actId="20577"/>
          <ac:spMkLst>
            <pc:docMk/>
            <pc:sldMk cId="648414103" sldId="258"/>
            <ac:spMk id="2" creationId="{8FA36A48-4E5F-769F-20ED-9B9F6B776044}"/>
          </ac:spMkLst>
        </pc:spChg>
      </pc:sldChg>
      <pc:sldChg chg="modSp add mod ord setBg">
        <pc:chgData name="RajasekarDurvas Jayaraman" userId="dec69a9c-1923-4032-83ec-8757405c18aa" providerId="ADAL" clId="{7ADC62E8-6187-4025-8A4D-3ED53A392072}" dt="2026-05-08T18:11:26.762" v="265" actId="13926"/>
        <pc:sldMkLst>
          <pc:docMk/>
          <pc:sldMk cId="3802943353" sldId="259"/>
        </pc:sldMkLst>
        <pc:spChg chg="mod">
          <ac:chgData name="RajasekarDurvas Jayaraman" userId="dec69a9c-1923-4032-83ec-8757405c18aa" providerId="ADAL" clId="{7ADC62E8-6187-4025-8A4D-3ED53A392072}" dt="2026-05-08T17:46:43.816" v="243" actId="20577"/>
          <ac:spMkLst>
            <pc:docMk/>
            <pc:sldMk cId="3802943353" sldId="259"/>
            <ac:spMk id="2" creationId="{3DB8984D-4E4C-46D9-8A23-C95A70E5D5B6}"/>
          </ac:spMkLst>
        </pc:spChg>
        <pc:spChg chg="mod">
          <ac:chgData name="RajasekarDurvas Jayaraman" userId="dec69a9c-1923-4032-83ec-8757405c18aa" providerId="ADAL" clId="{7ADC62E8-6187-4025-8A4D-3ED53A392072}" dt="2026-05-08T18:11:26.762" v="265" actId="13926"/>
          <ac:spMkLst>
            <pc:docMk/>
            <pc:sldMk cId="3802943353" sldId="259"/>
            <ac:spMk id="3" creationId="{A60B6E7A-5BF6-42FA-B606-590ECFA4D6E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BBA32-4CAA-7799-5A19-61AD9AC8B8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309895-7BDB-3F0D-5D5D-AC7D6CC03B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93B61-6935-A925-C848-830DF584B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CE002-065B-4FAB-9760-0224CD0C863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8410F-766A-B58B-0C53-D6B572616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0B660-52C5-19CA-B4E4-FA940101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8B2CD-D388-497B-9129-CC060D848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636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59564-B6E6-FC0B-B6CC-A9B27D322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1CA92-641E-F5E9-A5D0-C0AB6A180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8BEEAF-D3A2-2721-BF13-9CD47FE4B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CE002-065B-4FAB-9760-0224CD0C863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4B8E5-7EBB-1573-3B76-8C2745844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162E4-38E8-F3D8-D2AE-0CB7BDF69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8B2CD-D388-497B-9129-CC060D848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095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00AD5-F64C-A0F6-F8E4-146D79E55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351192-C75B-4793-9F90-ACF10C9F7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A9E11D-D408-44AA-7072-F6DA3FE63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CE002-065B-4FAB-9760-0224CD0C863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649CD-E8BC-4E6E-FC12-F16E54636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53F8A-431F-113C-BD15-4A761C92C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8B2CD-D388-497B-9129-CC060D848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978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5F4B1-2873-13E4-2726-DCE554C63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6F564-698E-ABA3-011C-457CC86970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D836B4-8E34-18AF-B273-D4AB907D74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0470C7-807A-D5F2-2C5E-B51B93AAE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CE002-065B-4FAB-9760-0224CD0C863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1D00F6-D16B-E29C-CB56-439978AA8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F73E3A-1B1A-4E22-3CEE-DF97AB726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8B2CD-D388-497B-9129-CC060D848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541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8AC6F-C2CD-53DF-064A-6968E9BBB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4899A5-C2DE-F974-4357-EEC8B7F25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4F1561-B5A0-D75B-6B31-7D170528EA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0C6EDF-D29D-57E3-9F28-8A4C0F95E0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6600E0-67F3-9F94-D9A3-CDAD4B67EF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4F2AFE-46E9-CCE1-29A9-9702BF8F9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CE002-065B-4FAB-9760-0224CD0C863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170169-444C-AF5F-3448-4DCA0962A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B2515E-0D97-918E-6E1C-AA945425C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8B2CD-D388-497B-9129-CC060D848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910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4BE95-E228-F205-8E87-07C831094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DFD0A5-EFEE-F369-1A62-7150E9D02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CE002-065B-4FAB-9760-0224CD0C863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621F80-5282-45EF-AD79-9A307DF07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5A124-8968-9291-5E19-7D79A311E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8B2CD-D388-497B-9129-CC060D848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352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F8C737-2CCF-D42C-AE8A-890F567CA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CE002-065B-4FAB-9760-0224CD0C863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FDAD6E-CCCD-621E-0E28-D93090BCC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F0AA3-EBF5-ECD0-56E3-6B03A307E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8B2CD-D388-497B-9129-CC060D848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207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3F67A-AA07-0153-3C94-17D3F6856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32EE5-2885-8A95-EE63-C06CD3F81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C70262-8FC5-15DA-1649-AAD311BB35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0B6507-8C6A-7818-E1ED-A6B50D8A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CE002-065B-4FAB-9760-0224CD0C863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1E1A9C-D94B-0280-E617-1E7D1F736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B0C28F-9A5D-55B7-7D87-E728B5C19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8B2CD-D388-497B-9129-CC060D848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310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27833-CAC3-0C5F-3937-A3C617E45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86D901-463E-468B-DAF2-990DC32AF5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0CC3E-AF29-A6A7-F1DB-F6D6820A3E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CCBE55-2A54-1E70-E028-76B06181C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CE002-065B-4FAB-9760-0224CD0C863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A379C0-FADF-269D-F71B-EFC63D84C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ED42BB-F01F-E91B-8DD6-0CE77DFC3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8B2CD-D388-497B-9129-CC060D848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485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18E1D-88DA-7BED-6361-A19912A3B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0CEFAD-4C65-D1E6-C490-B8923C6D30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53354-42D7-4F8D-B5ED-CF2C2F99B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CE002-065B-4FAB-9760-0224CD0C863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5D050-070C-6406-0616-2D08BEA8C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71C50-7F2F-34FA-7347-ACA09C81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8B2CD-D388-497B-9129-CC060D848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436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F7B391-087C-A979-FF4E-C61B3F37E2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E50ABF-9685-1C91-7720-FBA53187B3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15EF2-F2BA-4AA1-3385-83608457B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CE002-065B-4FAB-9760-0224CD0C863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B633E-A84F-B46C-AC33-C3863C7AD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0EA1C-CE7A-4484-6F97-01B944A87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8B2CD-D388-497B-9129-CC060D848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808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8D154A-3E49-A98D-CDAB-47E7701FA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C3420-0B62-C1A5-F166-4EBA38AD3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821B7-A165-2EE1-23F2-7E6F48A71C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DCE002-065B-4FAB-9760-0224CD0C863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50797-5791-F0C0-0935-FB189B05E1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EF70D-BCB3-E9F3-8D40-ECE705A99F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98B2CD-D388-497B-9129-CC060D848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660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DB6E9F-9055-F8FD-9C92-3D05956BC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A29BCD4-139C-B635-C078-4F2FBCAD1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03E3C3E-8E0D-2494-A285-9A4DCD33C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B8984D-4E4C-46D9-8A23-C95A70E5D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Problem Statement</a:t>
            </a:r>
            <a:br>
              <a:rPr lang="en-US" b="1" dirty="0">
                <a:solidFill>
                  <a:srgbClr val="FFFFFF"/>
                </a:solidFill>
              </a:rPr>
            </a:br>
            <a:r>
              <a:rPr lang="en-US" b="1" dirty="0">
                <a:solidFill>
                  <a:srgbClr val="FFFFFF"/>
                </a:solidFill>
              </a:rPr>
              <a:t>- </a:t>
            </a:r>
            <a:br>
              <a:rPr lang="en-US" b="1" dirty="0">
                <a:solidFill>
                  <a:srgbClr val="FFFFFF"/>
                </a:solidFill>
              </a:rPr>
            </a:br>
            <a:r>
              <a:rPr lang="en-US" b="1" dirty="0">
                <a:solidFill>
                  <a:srgbClr val="FFFFFF"/>
                </a:solidFill>
              </a:rPr>
              <a:t>KT Tracker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D159B5A0-FB4C-3ED6-4649-7DF61486F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B6E7A-5BF6-42FA-B606-590ECFA4D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  <a:solidFill>
            <a:schemeClr val="tx2">
              <a:lumMod val="25000"/>
              <a:lumOff val="75000"/>
            </a:schemeClr>
          </a:solidFill>
        </p:spPr>
        <p:txBody>
          <a:bodyPr anchor="ctr">
            <a:normAutofit/>
          </a:bodyPr>
          <a:lstStyle/>
          <a:p>
            <a:pPr lvl="0"/>
            <a:r>
              <a:rPr lang="en-US" dirty="0">
                <a:solidFill>
                  <a:schemeClr val="tx1">
                    <a:alpha val="55000"/>
                  </a:schemeClr>
                </a:solidFill>
              </a:rPr>
              <a:t>During the knowledge transition process, I initially planned to use Word and Excel files to track progress and share updates with leadership. As the activities increases, </a:t>
            </a:r>
            <a:r>
              <a:rPr lang="en-US" dirty="0">
                <a:solidFill>
                  <a:schemeClr val="tx1">
                    <a:alpha val="55000"/>
                  </a:schemeClr>
                </a:solidFill>
                <a:highlight>
                  <a:srgbClr val="008080"/>
                </a:highlight>
              </a:rPr>
              <a:t>managing and updating the files</a:t>
            </a:r>
            <a:r>
              <a:rPr lang="en-US" dirty="0">
                <a:solidFill>
                  <a:schemeClr val="tx1">
                    <a:alpha val="55000"/>
                  </a:schemeClr>
                </a:solidFill>
              </a:rPr>
              <a:t> daily became difficult and time-consuming. </a:t>
            </a:r>
          </a:p>
          <a:p>
            <a:r>
              <a:rPr lang="en-US" dirty="0">
                <a:solidFill>
                  <a:schemeClr val="tx1">
                    <a:alpha val="55000"/>
                  </a:schemeClr>
                </a:solidFill>
              </a:rPr>
              <a:t>I also faced challenges creating meaningful status reports and progress insights in Excel. The manual process made it hard to </a:t>
            </a:r>
            <a:r>
              <a:rPr lang="en-US" dirty="0">
                <a:solidFill>
                  <a:schemeClr val="tx1">
                    <a:alpha val="55000"/>
                  </a:schemeClr>
                </a:solidFill>
                <a:highlight>
                  <a:srgbClr val="008080"/>
                </a:highlight>
              </a:rPr>
              <a:t>quickly track progress, pending items</a:t>
            </a:r>
            <a:r>
              <a:rPr lang="en-US" dirty="0">
                <a:solidFill>
                  <a:schemeClr val="tx1">
                    <a:alpha val="55000"/>
                  </a:schemeClr>
                </a:solidFill>
              </a:rPr>
              <a:t>, and provide clear visibility to leadership.</a:t>
            </a:r>
          </a:p>
        </p:txBody>
      </p:sp>
    </p:spTree>
    <p:extLst>
      <p:ext uri="{BB962C8B-B14F-4D97-AF65-F5344CB8AC3E}">
        <p14:creationId xmlns:p14="http://schemas.microsoft.com/office/powerpoint/2010/main" val="3802943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1769CF-F153-575A-2C38-129F065A6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Standalone Knowledge Transition Monitoring Application: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2C1D9-705F-7F60-817B-50E4E7326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  <a:solidFill>
            <a:schemeClr val="tx2">
              <a:lumMod val="25000"/>
              <a:lumOff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tx1">
                    <a:alpha val="55000"/>
                  </a:schemeClr>
                </a:solidFill>
              </a:rPr>
              <a:t>Developed a lightweight single-file HTML app for planning and tracking structured onboarding and handover work between an outgoing and incoming candidate with a basic </a:t>
            </a:r>
            <a:r>
              <a:rPr lang="en-US" dirty="0">
                <a:solidFill>
                  <a:schemeClr val="tx1">
                    <a:alpha val="55000"/>
                  </a:schemeClr>
                </a:solidFill>
                <a:highlight>
                  <a:srgbClr val="008080"/>
                </a:highlight>
              </a:rPr>
              <a:t>HTML, CSS and JavaScript </a:t>
            </a:r>
            <a:r>
              <a:rPr lang="en-US" dirty="0">
                <a:solidFill>
                  <a:schemeClr val="tx1">
                    <a:alpha val="55000"/>
                  </a:schemeClr>
                </a:solidFill>
              </a:rPr>
              <a:t>application using </a:t>
            </a:r>
            <a:r>
              <a:rPr lang="en-US" dirty="0">
                <a:solidFill>
                  <a:schemeClr val="tx1">
                    <a:alpha val="55000"/>
                  </a:schemeClr>
                </a:solidFill>
                <a:highlight>
                  <a:srgbClr val="008080"/>
                </a:highlight>
              </a:rPr>
              <a:t>Claude Code </a:t>
            </a:r>
            <a:r>
              <a:rPr lang="en-US" dirty="0">
                <a:solidFill>
                  <a:schemeClr val="tx1">
                    <a:alpha val="55000"/>
                  </a:schemeClr>
                </a:solidFill>
              </a:rPr>
              <a:t>and </a:t>
            </a:r>
            <a:r>
              <a:rPr lang="en-US" dirty="0">
                <a:solidFill>
                  <a:schemeClr val="tx1">
                    <a:alpha val="55000"/>
                  </a:schemeClr>
                </a:solidFill>
                <a:highlight>
                  <a:srgbClr val="008080"/>
                </a:highlight>
              </a:rPr>
              <a:t>GitHub Copilot</a:t>
            </a:r>
            <a:r>
              <a:rPr lang="en-US" dirty="0">
                <a:solidFill>
                  <a:schemeClr val="tx1">
                    <a:alpha val="55000"/>
                  </a:schemeClr>
                </a:solidFill>
              </a:rPr>
              <a:t>. </a:t>
            </a:r>
          </a:p>
          <a:p>
            <a:r>
              <a:rPr lang="en-US" dirty="0">
                <a:solidFill>
                  <a:schemeClr val="tx1">
                    <a:alpha val="55000"/>
                  </a:schemeClr>
                </a:solidFill>
              </a:rPr>
              <a:t>This tool enables personalized tracking and leverage code to </a:t>
            </a:r>
            <a:r>
              <a:rPr lang="en-US" dirty="0">
                <a:solidFill>
                  <a:schemeClr val="tx1">
                    <a:alpha val="55000"/>
                  </a:schemeClr>
                </a:solidFill>
                <a:highlight>
                  <a:srgbClr val="008080"/>
                </a:highlight>
              </a:rPr>
              <a:t>provide insights, reporting, and monitoring </a:t>
            </a:r>
            <a:r>
              <a:rPr lang="en-US" dirty="0">
                <a:solidFill>
                  <a:schemeClr val="tx1">
                    <a:alpha val="55000"/>
                  </a:schemeClr>
                </a:solidFill>
              </a:rPr>
              <a:t>for knowledge transition.</a:t>
            </a:r>
          </a:p>
          <a:p>
            <a:endParaRPr lang="en-US" dirty="0">
              <a:solidFill>
                <a:schemeClr val="tx1">
                  <a:alpha val="5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3371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145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Problem Statement -  KT Tracker</vt:lpstr>
      <vt:lpstr>Standalone Knowledge Transition Monitoring Application:</vt:lpstr>
    </vt:vector>
  </TitlesOfParts>
  <Company>State of New Jersey Judiciary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RajasekarDurvas Jayaraman</dc:creator>
  <cp:lastModifiedBy>RajasekarDurvas Jayaraman</cp:lastModifiedBy>
  <cp:revision>1</cp:revision>
  <dcterms:created xsi:type="dcterms:W3CDTF">2026-05-08T17:30:48Z</dcterms:created>
  <dcterms:modified xsi:type="dcterms:W3CDTF">2026-05-08T18:12:06Z</dcterms:modified>
</cp:coreProperties>
</file>